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before %</c:v>
                </c:pt>
              </c:strCache>
            </c:strRef>
          </c:tx>
          <c:spPr>
            <a:solidFill>
              <a:srgbClr val="0EA5A4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Samsung 25W</c:v>
                </c:pt>
                <c:pt idx="1">
                  <c:v>SSD 512GB</c:v>
                </c:pt>
                <c:pt idx="2">
                  <c:v>SSD 1TB</c:v>
                </c:pt>
                <c:pt idx="3">
                  <c:v>Anker 20W</c:v>
                </c:pt>
                <c:pt idx="4">
                  <c:v>Power Bank</c:v>
                </c:pt>
                <c:pt idx="5">
                  <c:v>Earbuds</c:v>
                </c:pt>
                <c:pt idx="6">
                  <c:v>Speaker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16.7</c:v>
                </c:pt>
                <c:pt idx="1">
                  <c:v>12.2</c:v>
                </c:pt>
                <c:pt idx="2">
                  <c:v>11.4</c:v>
                </c:pt>
                <c:pt idx="3">
                  <c:v>14.9</c:v>
                </c:pt>
                <c:pt idx="4">
                  <c:v>16.7</c:v>
                </c:pt>
                <c:pt idx="5">
                  <c:v>19.600000000000001</c:v>
                </c:pt>
                <c:pt idx="6">
                  <c:v>20.8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69-4C94-BAA0-10C2B286EA0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Margin after supplier increase %</c:v>
                </c:pt>
              </c:strCache>
            </c:strRef>
          </c:tx>
          <c:spPr>
            <a:solidFill>
              <a:srgbClr val="E5484D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Samsung 25W</c:v>
                </c:pt>
                <c:pt idx="1">
                  <c:v>SSD 512GB</c:v>
                </c:pt>
                <c:pt idx="2">
                  <c:v>SSD 1TB</c:v>
                </c:pt>
                <c:pt idx="3">
                  <c:v>Anker 20W</c:v>
                </c:pt>
                <c:pt idx="4">
                  <c:v>Power Bank</c:v>
                </c:pt>
                <c:pt idx="5">
                  <c:v>Earbuds</c:v>
                </c:pt>
                <c:pt idx="6">
                  <c:v>Speaker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2.4</c:v>
                </c:pt>
                <c:pt idx="1">
                  <c:v>-4.9000000000000004</c:v>
                </c:pt>
                <c:pt idx="2">
                  <c:v>-2.9</c:v>
                </c:pt>
                <c:pt idx="3">
                  <c:v>3.2</c:v>
                </c:pt>
                <c:pt idx="4">
                  <c:v>4.2</c:v>
                </c:pt>
                <c:pt idx="5">
                  <c:v>7.1</c:v>
                </c:pt>
                <c:pt idx="6">
                  <c:v>8.3000000000000007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69-4C94-BAA0-10C2B286EA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1E293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387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argin-guard.streamlit.app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uroojilyas/margin-guar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822960" cy="6400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GUARD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PK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spots supplier price increases before they silently eat a shop's profit.</a:t>
            </a:r>
            <a:endParaRPr lang="en-US" sz="2000" dirty="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at Work, 1st Edition  |  Egyptian SME Agent Hackathon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SME and the problem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Hassan's mobile accessories shop: 12 products, supplier prices follow the dollar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64008" cy="2962656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 txBox="1"/>
          <p:nvPr/>
        </p:nvSpPr>
        <p:spPr>
          <a:xfrm>
            <a:off x="82296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 today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92024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sends a new price list on WhatsApp, in messy Arabic and English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every item by hand takes about half an hour, so it gets skipped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keeps selling at old prices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items quietly sell below cost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4663440" y="1444752"/>
            <a:ext cx="64008" cy="2962656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 txBox="1"/>
          <p:nvPr/>
        </p:nvSpPr>
        <p:spPr>
          <a:xfrm>
            <a:off x="493776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Margin Guard does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 plain-English request and a pasted list (Arabic or English)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it to the shop's products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every item that now loses money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new prices and drafts the customer message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approves. Nothing changes without a click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it replaces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job, from about 30 minutes to about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64008" cy="2322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 txBox="1"/>
          <p:nvPr/>
        </p:nvSpPr>
        <p:spPr>
          <a:xfrm>
            <a:off x="822960" y="1481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by hand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7830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517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line, find the product, calculator for margin, choose a price, write the customer message.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39319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4663440" y="1444752"/>
            <a:ext cx="64008" cy="2322576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 txBox="1"/>
          <p:nvPr/>
        </p:nvSpPr>
        <p:spPr>
          <a:xfrm>
            <a:off x="4937760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Margin Guard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7830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6517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request, let the agent analyze, review flagged items, click Approve, copy the message.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8046720" cy="502920"/>
          </a:xfrm>
          <a:prstGeom prst="rect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 txBox="1"/>
          <p:nvPr/>
        </p:nvSpPr>
        <p:spPr>
          <a:xfrm>
            <a:off x="731520" y="40233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28 minutes saved per price update. At one update a week, roughly 24 hours a year.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on the 12-item sample shop (about 2.5 min per item by hand, plus 5 min for the message). Not a measured result.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business impact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shop, one supplier price update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89280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64008" cy="1088136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 txBox="1"/>
          <p:nvPr/>
        </p:nvSpPr>
        <p:spPr>
          <a:xfrm>
            <a:off x="731520" y="1371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SAVED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27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14,235 EGP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profit loss caught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87752" y="1280160"/>
            <a:ext cx="189280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2587752" y="1353312"/>
            <a:ext cx="64008" cy="1088136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 txBox="1"/>
          <p:nvPr/>
        </p:nvSpPr>
        <p:spPr>
          <a:xfrm>
            <a:off x="2770632" y="1371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RECOVERED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770632" y="1627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17,020 EGP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770632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at a 15% min margin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1280160"/>
            <a:ext cx="189280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4626864" y="1353312"/>
            <a:ext cx="64008" cy="1088136"/>
          </a:xfrm>
          <a:prstGeom prst="rect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 txBox="1"/>
          <p:nvPr/>
        </p:nvSpPr>
        <p:spPr>
          <a:xfrm>
            <a:off x="4809744" y="1371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809744" y="1627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 min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809744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price update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65976" y="1280160"/>
            <a:ext cx="189280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6665976" y="1353312"/>
            <a:ext cx="64008" cy="10881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 txBox="1"/>
          <p:nvPr/>
        </p:nvSpPr>
        <p:spPr>
          <a:xfrm>
            <a:off x="6848856" y="1371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CAUGHT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848856" y="1627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12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848856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losing money, 5 below margin</a:t>
            </a:r>
            <a:endParaRPr lang="en-US" sz="9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548640" y="2651760"/>
          <a:ext cx="804672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data. Profit lost = (new cost - old cost) x monthly units. Assumes the same sales volume after repricing.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chooses its own tools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request, different tool calls (live, step by step in the app)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TOOLS:  parse_supplier_list  |  match_products  |  compute_margins  |  simulate_cost_increase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548640" y="1719072"/>
            <a:ext cx="64008" cy="2185416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 txBox="1"/>
          <p:nvPr/>
        </p:nvSpPr>
        <p:spPr>
          <a:xfrm>
            <a:off x="82296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57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"Analyze this list and tell me what needs my attention"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606040"/>
            <a:ext cx="3383280" cy="274320"/>
          </a:xfrm>
          <a:prstGeom prst="roundRect">
            <a:avLst>
              <a:gd name="adj" fmla="val 16667"/>
            </a:avLst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 txBox="1"/>
          <p:nvPr/>
        </p:nvSpPr>
        <p:spPr>
          <a:xfrm>
            <a:off x="96012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parse_supplier_list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935224"/>
            <a:ext cx="3383280" cy="274320"/>
          </a:xfrm>
          <a:prstGeom prst="roundRect">
            <a:avLst>
              <a:gd name="adj" fmla="val 16667"/>
            </a:avLst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 txBox="1"/>
          <p:nvPr/>
        </p:nvSpPr>
        <p:spPr>
          <a:xfrm>
            <a:off x="960120" y="29352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match_products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264408"/>
            <a:ext cx="3383280" cy="274320"/>
          </a:xfrm>
          <a:prstGeom prst="roundRect">
            <a:avLst>
              <a:gd name="adj" fmla="val 16667"/>
            </a:avLst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 txBox="1"/>
          <p:nvPr/>
        </p:nvSpPr>
        <p:spPr>
          <a:xfrm>
            <a:off x="960120" y="3264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compute_margins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593592"/>
            <a:ext cx="3383280" cy="274320"/>
          </a:xfrm>
          <a:prstGeom prst="roundRect">
            <a:avLst>
              <a:gd name="adj" fmla="val 16667"/>
            </a:avLst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 txBox="1"/>
          <p:nvPr/>
        </p:nvSpPr>
        <p:spPr>
          <a:xfrm>
            <a:off x="960120" y="3593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simulate_cost_increase +5%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64592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4663440" y="1719072"/>
            <a:ext cx="64008" cy="2185416"/>
          </a:xfrm>
          <a:prstGeom prst="rect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 txBox="1"/>
          <p:nvPr/>
        </p:nvSpPr>
        <p:spPr>
          <a:xfrm>
            <a:off x="493776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question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2057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happens if the dollar rises 10%?" (no list needed)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2606040"/>
            <a:ext cx="3383280" cy="274320"/>
          </a:xfrm>
          <a:prstGeom prst="roundRect">
            <a:avLst>
              <a:gd name="adj" fmla="val 16667"/>
            </a:avLst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 txBox="1"/>
          <p:nvPr/>
        </p:nvSpPr>
        <p:spPr>
          <a:xfrm>
            <a:off x="507492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simulate_cost_increase +10%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picks the tools and uses each result to choose the next step. It can only read and analyze: it cannot change prices.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agent a judge can run end to end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does what it is best at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481328" cy="160020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64008" cy="1453896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 txBox="1"/>
          <p:nvPr/>
        </p:nvSpPr>
        <p:spPr>
          <a:xfrm>
            <a:off x="731520" y="14447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745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76272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types a request and pastes the list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76272" y="1371600"/>
            <a:ext cx="1481328" cy="160020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2176272" y="1444752"/>
            <a:ext cx="64008" cy="1453896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 txBox="1"/>
          <p:nvPr/>
        </p:nvSpPr>
        <p:spPr>
          <a:xfrm>
            <a:off x="2359152" y="14447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359152" y="18745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359152" y="2176272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chooses and chains the tools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03904" y="1371600"/>
            <a:ext cx="1481328" cy="160020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3803904" y="1444752"/>
            <a:ext cx="64008" cy="1453896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 txBox="1"/>
          <p:nvPr/>
        </p:nvSpPr>
        <p:spPr>
          <a:xfrm>
            <a:off x="3986784" y="14447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18745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math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86784" y="2176272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margins, rounding, what-if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31536" y="1371600"/>
            <a:ext cx="1481328" cy="160020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5431536" y="1444752"/>
            <a:ext cx="64008" cy="1453896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 txBox="1"/>
          <p:nvPr/>
        </p:nvSpPr>
        <p:spPr>
          <a:xfrm>
            <a:off x="5614416" y="14447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5614416" y="18745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614416" y="2176272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checks flagged and uncertain matches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59168" y="1371600"/>
            <a:ext cx="1481328" cy="160020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7059168" y="1444752"/>
            <a:ext cx="64008" cy="1453896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 txBox="1"/>
          <p:nvPr/>
        </p:nvSpPr>
        <p:spPr>
          <a:xfrm>
            <a:off x="7242048" y="14447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7242048" y="18745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242048" y="2176272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saved, customer message drafted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20040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548640" y="3273552"/>
            <a:ext cx="64008" cy="1133856"/>
          </a:xfrm>
          <a:prstGeom prst="rect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 txBox="1"/>
          <p:nvPr/>
        </p:nvSpPr>
        <p:spPr>
          <a:xfrm>
            <a:off x="822960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input, handled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3611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and English supplier text is read and matched to the shop's products. Unsure matches wait for the owner.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20040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5" name="Shape 33"/>
          <p:cNvSpPr/>
          <p:nvPr/>
        </p:nvSpPr>
        <p:spPr>
          <a:xfrm>
            <a:off x="4663440" y="3273552"/>
            <a:ext cx="64008" cy="1133856"/>
          </a:xfrm>
          <a:prstGeom prst="rect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 txBox="1"/>
          <p:nvPr/>
        </p:nvSpPr>
        <p:spPr>
          <a:xfrm>
            <a:off x="4937760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by design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937760" y="3611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does the math. The agent cannot change prices. Nothing changes without the owner's Approve click.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86371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now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8217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Started, Agent mode: Load sample list, Run agent. Send to Review &amp; approve, then Approve.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9743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3294F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 txBox="1"/>
          <p:nvPr/>
        </p:nvSpPr>
        <p:spPr>
          <a:xfrm>
            <a:off x="822960" y="229743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229743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https://margin-guard.streamlit.app/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8323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3294F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 txBox="1"/>
          <p:nvPr/>
        </p:nvSpPr>
        <p:spPr>
          <a:xfrm>
            <a:off x="822960" y="298323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98323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https://github.com/uroojilyas/margin-guard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note: all shop data is sample data. Arabic text is AI-generated and should be reviewed by the owner before sending.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654</Words>
  <Application>Microsoft Office PowerPoint</Application>
  <PresentationFormat>On-screen Show (16:9)</PresentationFormat>
  <Paragraphs>89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Margin Guard</dc:title>
  <dc:subject>PptxGenJS Presentation</dc:subject>
  <dc:creator>PptxGenJS</dc:creator>
  <cp:lastModifiedBy>02-131232-107</cp:lastModifiedBy>
  <cp:revision>4</cp:revision>
  <dcterms:created xsi:type="dcterms:W3CDTF">2026-10-03T16:00:36Z</dcterms:created>
  <dcterms:modified xsi:type="dcterms:W3CDTF">2026-10-03T16:14:39Z</dcterms:modified>
</cp:coreProperties>
</file>